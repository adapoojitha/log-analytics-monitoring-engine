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5033" autoAdjust="0"/>
  </p:normalViewPr>
  <p:slideViewPr>
    <p:cSldViewPr snapToGrid="0" snapToObjects="1">
      <p:cViewPr>
        <p:scale>
          <a:sx n="118" d="100"/>
          <a:sy n="118" d="100"/>
        </p:scale>
        <p:origin x="442" y="-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245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70848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-1097280"/>
            <a:ext cx="4572000" cy="4572000"/>
          </a:xfrm>
          <a:prstGeom prst="ellipse">
            <a:avLst/>
          </a:prstGeom>
          <a:solidFill>
            <a:srgbClr val="1E293B">
              <a:alpha val="7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0" y="-457200"/>
            <a:ext cx="3200400" cy="3200400"/>
          </a:xfrm>
          <a:prstGeom prst="ellipse">
            <a:avLst/>
          </a:prstGeom>
          <a:solidFill>
            <a:srgbClr val="1E2761">
              <a:alpha val="8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73152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Throughput Log Analytics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13716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19202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|  Dask  |  Streamlit  |  Plotly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Ada </a:t>
            </a:r>
            <a:r>
              <a:rPr lang="en-US" sz="13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Poojitha</a:t>
            </a:r>
            <a:endParaRPr lang="en-US" sz="13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2103120" cy="21031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57200" y="4114800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4114800"/>
            <a:ext cx="91440" cy="9144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4114800"/>
            <a:ext cx="91440" cy="9144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43000" y="4114800"/>
            <a:ext cx="91440" cy="9144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71600" y="4114800"/>
            <a:ext cx="91440" cy="9144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15A323-4C6C-27E6-3AF7-08305A9702B9}"/>
              </a:ext>
            </a:extLst>
          </p:cNvPr>
          <p:cNvSpPr txBox="1"/>
          <p:nvPr/>
        </p:nvSpPr>
        <p:spPr>
          <a:xfrm>
            <a:off x="467576" y="1333044"/>
            <a:ext cx="45616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000" dirty="0" err="1">
                <a:solidFill>
                  <a:schemeClr val="accent4">
                    <a:lumMod val="75000"/>
                  </a:schemeClr>
                </a:solidFill>
                <a:latin typeface="Britannic Bold" panose="020B0903060703020204" pitchFamily="34" charset="0"/>
              </a:rPr>
              <a:t>MonitoringEngine</a:t>
            </a:r>
            <a:endParaRPr lang="en-IN" sz="4000" dirty="0">
              <a:solidFill>
                <a:schemeClr val="accent4">
                  <a:lumMod val="75000"/>
                </a:schemeClr>
              </a:solidFill>
              <a:latin typeface="Britannic Bold" panose="020B0903060703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14400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914400"/>
            <a:ext cx="841248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914400"/>
            <a:ext cx="73152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09728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distributed systems and applications generate massive volumes of log data across servers, services, and applications.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these logs manually or using basic tools becomes inefficient as data grows, making it difficult to detect errors, performance bottlenecks, and security anomalies in real time.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lack of scalable, automated log analysis leads to delayed incident response, system downtime, and reduced operational reliability.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4124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73152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2412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024128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log monitoring system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1691640"/>
            <a:ext cx="84124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691640"/>
            <a:ext cx="73152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80136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1801368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high-volume log data efficiently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65760" y="2468880"/>
            <a:ext cx="84124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5760" y="2468880"/>
            <a:ext cx="73152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2578608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43000" y="2578608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abnormal patterns using statistical methods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365760" y="3246120"/>
            <a:ext cx="84124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365760" y="3246120"/>
            <a:ext cx="73152" cy="65836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3355848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43000" y="3355848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parallel processing for faster performance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365760" y="4023360"/>
            <a:ext cx="84124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D4A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65760" y="4023360"/>
            <a:ext cx="73152" cy="65836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" y="4133088"/>
            <a:ext cx="411480" cy="4114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143000" y="4133088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interactive dashboard for visualization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267255"/>
            <a:ext cx="26517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267255"/>
            <a:ext cx="265176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5855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495855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2135935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programming language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00400" y="1267255"/>
            <a:ext cx="26517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00400" y="1267255"/>
            <a:ext cx="2651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495855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1495855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Dask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337560" y="2135935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processing for large data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6172200" y="2135935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783080" y="2922319"/>
            <a:ext cx="26517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783080" y="2922319"/>
            <a:ext cx="2651760" cy="640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3150919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560320" y="3150919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1920240" y="3790999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892040" y="2922319"/>
            <a:ext cx="26517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892040" y="2922319"/>
            <a:ext cx="265176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150919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69280" y="3150919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5029200" y="3790999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035040" y="1267255"/>
            <a:ext cx="2651760" cy="1463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035040" y="1267255"/>
            <a:ext cx="2651760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1495855"/>
            <a:ext cx="502920" cy="5029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812280" y="1495855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6172200" y="2135935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anomaly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845012"/>
            <a:ext cx="164592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845012"/>
            <a:ext cx="1645920" cy="7315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73612"/>
            <a:ext cx="731520" cy="731520"/>
          </a:xfrm>
          <a:prstGeom prst="ellipse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165052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19364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2988012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Generator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03120" y="2850852"/>
            <a:ext cx="4114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350008" y="26679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06040" y="1845012"/>
            <a:ext cx="164592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06040" y="1845012"/>
            <a:ext cx="164592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63240" y="2073612"/>
            <a:ext cx="731520" cy="731520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2968" y="2165052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97480" y="19364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2697480" y="2988012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343400" y="2850852"/>
            <a:ext cx="4114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90288" y="26679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846320" y="1845012"/>
            <a:ext cx="164592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846320" y="1845012"/>
            <a:ext cx="164592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303520" y="2073612"/>
            <a:ext cx="731520" cy="731520"/>
          </a:xfrm>
          <a:prstGeom prst="ellipse">
            <a:avLst/>
          </a:prstGeom>
          <a:solidFill>
            <a:srgbClr val="EF4444">
              <a:alpha val="85000"/>
            </a:srgbClr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248" y="2165052"/>
            <a:ext cx="502920" cy="5029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937760" y="19364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4937760" y="2988012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583680" y="2850852"/>
            <a:ext cx="4114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6830568" y="26679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1845012"/>
            <a:ext cx="164592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086600" y="1845012"/>
            <a:ext cx="164592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7543800" y="2073612"/>
            <a:ext cx="731520" cy="731520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3528" y="2165052"/>
            <a:ext cx="502920" cy="5029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78040" y="19364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7178040" y="2988012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Dask vs Pandas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393192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14400"/>
            <a:ext cx="393192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🐼  Pandas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 single machine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for large datasets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API, great for small data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processing only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914400"/>
            <a:ext cx="393192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914400"/>
            <a:ext cx="393192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05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Dask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0" y="155448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parallel processing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large-scale data efficiently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workers improve performance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beyond single machine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60520" y="2194560"/>
            <a:ext cx="822960" cy="8229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2240280"/>
            <a:ext cx="822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Dask Cluster Setup &amp; Execution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48640" cy="548640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069848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60704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Dask cluster is used for parallel processing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65760" y="1920240"/>
            <a:ext cx="548640" cy="548640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1984248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1975104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Distributes log data across multiple workers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65760" y="2834640"/>
            <a:ext cx="548640" cy="548640"/>
          </a:xfrm>
          <a:prstGeom prst="ellipse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289864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2889504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Speeds up processing of large-scale logs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65760" y="3749040"/>
            <a:ext cx="548640" cy="548640"/>
          </a:xfrm>
          <a:prstGeom prst="ellipse">
            <a:avLst/>
          </a:prstGeom>
          <a:solidFill>
            <a:srgbClr val="EC4899">
              <a:alpha val="80000"/>
            </a:srgbClr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813048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803904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real-time execution monitoring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457200" y="46908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with: dask.distributed.Client() — spawns local cluster with parallel workers</a:t>
            </a:r>
            <a:endParaRPr lang="en-US" sz="11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C510D8B-2613-21D8-CAAE-DFF4C081D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1209" y="960120"/>
            <a:ext cx="4297032" cy="34173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Processing Pipeline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5087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150876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325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logs from file or source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74520" y="22860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57400" y="1005840"/>
            <a:ext cx="15087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1005840"/>
            <a:ext cx="150876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57400" y="1097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057400" y="173736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48840" y="2331720"/>
            <a:ext cx="1325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raw logs into structured 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22860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49040" y="1005840"/>
            <a:ext cx="15087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49040" y="1005840"/>
            <a:ext cx="150876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9040" y="1097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749040" y="173736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0480" y="2331720"/>
            <a:ext cx="1325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filter invalid entries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57800" y="22860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40680" y="1005840"/>
            <a:ext cx="15087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005840"/>
            <a:ext cx="150876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40680" y="1097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40680" y="173736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32120" y="2331720"/>
            <a:ext cx="1325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data into DataFrame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132320" y="1005840"/>
            <a:ext cx="1508760" cy="3291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32320" y="1005840"/>
            <a:ext cx="1508760" cy="640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0" y="1097280"/>
            <a:ext cx="1508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132320" y="173736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23760" y="2331720"/>
            <a:ext cx="1325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data for analysis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logs based on time (per minute)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number of ERROR logs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normal behavior (mean &amp; standard deviation)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Z-Score to detect abnormal spikes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unusual patterns as anomalies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0" y="1097280"/>
            <a:ext cx="3200400" cy="256032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1097280"/>
            <a:ext cx="32004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1170432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 Anomaly Detected in System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64592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2026-03-18 17:06:00
</a:t>
            </a: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Count: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
</a:t>
            </a:r>
            <a:r>
              <a:rPr lang="en-US" sz="11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
Please investigate immediately.
Regards,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Monitoring System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Features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15544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15544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188720"/>
            <a:ext cx="640080" cy="640080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252728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Graphical Display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260604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logs in graphical format for easy analysis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103120" y="960120"/>
            <a:ext cx="15544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03120" y="960120"/>
            <a:ext cx="155448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560320" y="1188720"/>
            <a:ext cx="640080" cy="640080"/>
          </a:xfrm>
          <a:prstGeom prst="ellipse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048" y="1252728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9456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Type Views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194560" y="260604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views for ERROR, INFO, and WARN logs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840480" y="960120"/>
            <a:ext cx="15544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840480" y="960120"/>
            <a:ext cx="1554480" cy="640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297680" y="1188720"/>
            <a:ext cx="640080" cy="640080"/>
          </a:xfrm>
          <a:prstGeom prst="ellipse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252728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93192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Viz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3931920" y="260604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visualization of live log data streams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577840" y="960120"/>
            <a:ext cx="15544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577840" y="960120"/>
            <a:ext cx="1554480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035040" y="1188720"/>
            <a:ext cx="640080" cy="640080"/>
          </a:xfrm>
          <a:prstGeom prst="ellipse">
            <a:avLst/>
          </a:prstGeom>
          <a:solidFill>
            <a:srgbClr val="F97316">
              <a:alpha val="80000"/>
            </a:srgbClr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252728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66928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Alerts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5669280" y="260604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anomaly alerts and current system status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315200" y="960120"/>
            <a:ext cx="1554480" cy="3840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7315200" y="960120"/>
            <a:ext cx="155448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7772400" y="1188720"/>
            <a:ext cx="640080" cy="640080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2128" y="1252728"/>
            <a:ext cx="411480" cy="4114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40664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View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7406640" y="260604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tabular view of most recent log entries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692623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64008" cy="594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972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Python framework to build interactive web apps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783080"/>
            <a:ext cx="4692623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783080"/>
            <a:ext cx="64008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87452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frontend required (no HTML/CSS/JS)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2560320"/>
            <a:ext cx="4692623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560320"/>
            <a:ext cx="64008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5176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ML apps, dashboards, and prototypes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3337560"/>
            <a:ext cx="4692623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3337560"/>
            <a:ext cx="64008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42900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simple scripts (streamlit run app.py)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7764" y="4114800"/>
            <a:ext cx="4660619" cy="5943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4114800"/>
            <a:ext cx="64008" cy="5943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develop but limited customization</a:t>
            </a:r>
            <a:endParaRPr lang="en-US" sz="13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D71C710C-05D7-D7B8-6FD7-09C3A7483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2975" y="850392"/>
            <a:ext cx="3779755" cy="126803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099BD0B-BD6A-EBC0-3920-F7FADF4FC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2975" y="2118423"/>
            <a:ext cx="3779756" cy="13869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3F52A1B-D779-247D-E1D2-FA53D8815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2974" y="3505328"/>
            <a:ext cx="3779757" cy="15011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51206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library for interactive data visualization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graphs like charts, maps, and 3D plots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inside Streamlit, Jupyter, and Dash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customizable and visually appealing</a:t>
            </a:r>
            <a:endParaRPr lang="en-US" sz="14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F829264-F75B-DE89-0B5F-21FF6FE5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200846"/>
            <a:ext cx="4409873" cy="28103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1E293B">
              <a:alpha val="80000"/>
            </a:srgbClr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70848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57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1371600" y="1371600"/>
            <a:ext cx="64008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automates monitoring of large-scale log data and reduces manual effort. It detects anomalies quickly using statistical methods, enabling faster issue identification. Overall, it improves system performance, reliability, and real-time decision making.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371600" y="3657600"/>
            <a:ext cx="1645920" cy="640080"/>
          </a:xfrm>
          <a:prstGeom prst="ellipse">
            <a:avLst/>
          </a:prstGeom>
          <a:solidFill>
            <a:srgbClr val="F59E0B">
              <a:alpha val="8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7033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0" y="3657600"/>
            <a:ext cx="1645920" cy="640080"/>
          </a:xfrm>
          <a:prstGeom prst="ellipse">
            <a:avLst/>
          </a:prstGeom>
          <a:solidFill>
            <a:srgbClr val="10B981">
              <a:alpha val="8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37033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0" y="3657600"/>
            <a:ext cx="1645920" cy="640080"/>
          </a:xfrm>
          <a:prstGeom prst="ellipse">
            <a:avLst/>
          </a:prstGeom>
          <a:solidFill>
            <a:srgbClr val="3B82F6">
              <a:alpha val="8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7033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Throughput Log Analytics Monitoring Engine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547</Words>
  <Application>Microsoft Office PowerPoint</Application>
  <PresentationFormat>On-screen Show (16:9)</PresentationFormat>
  <Paragraphs>128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Britannic Bold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Throughput Log Analytics Monitoring Engine</dc:title>
  <dc:subject>PptxGenJS Presentation</dc:subject>
  <dc:creator>PptxGenJS</dc:creator>
  <cp:lastModifiedBy>ADA POOJITHA</cp:lastModifiedBy>
  <cp:revision>2</cp:revision>
  <dcterms:created xsi:type="dcterms:W3CDTF">2026-04-04T09:15:28Z</dcterms:created>
  <dcterms:modified xsi:type="dcterms:W3CDTF">2026-04-04T10:12:39Z</dcterms:modified>
</cp:coreProperties>
</file>