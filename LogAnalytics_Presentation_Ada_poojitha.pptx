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>
        <p:scale>
          <a:sx n="118" d="100"/>
          <a:sy n="118" d="100"/>
        </p:scale>
        <p:origin x="442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457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-1097280"/>
            <a:ext cx="4572000" cy="4572000"/>
          </a:xfrm>
          <a:prstGeom prst="ellipse">
            <a:avLst/>
          </a:prstGeom>
          <a:solidFill>
            <a:srgbClr val="1E293B">
              <a:alpha val="7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-457200"/>
            <a:ext cx="3200400" cy="3200400"/>
          </a:xfrm>
          <a:prstGeom prst="ellipse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Log Analytics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Dask  |  Streamlit  |  Plotly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Ada </a:t>
            </a:r>
            <a:r>
              <a:rPr lang="en-US" sz="13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Poojitha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371600"/>
            <a:ext cx="2103120" cy="21031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41148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1148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43000" y="41148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371600" y="4114800"/>
            <a:ext cx="91440" cy="914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5A323-4C6C-27E6-3AF7-08305A9702B9}"/>
              </a:ext>
            </a:extLst>
          </p:cNvPr>
          <p:cNvSpPr txBox="1"/>
          <p:nvPr/>
        </p:nvSpPr>
        <p:spPr>
          <a:xfrm>
            <a:off x="467576" y="1333044"/>
            <a:ext cx="456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err="1">
                <a:solidFill>
                  <a:schemeClr val="accent4">
                    <a:lumMod val="75000"/>
                  </a:schemeClr>
                </a:solidFill>
                <a:latin typeface="Britannic Bold" panose="020B0903060703020204" pitchFamily="34" charset="0"/>
              </a:rPr>
              <a:t>MonitoringEngine</a:t>
            </a:r>
            <a:endParaRPr lang="en-IN" sz="4000" dirty="0">
              <a:solidFill>
                <a:schemeClr val="accent4">
                  <a:lumMod val="75000"/>
                </a:schemeClr>
              </a:solidFill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914400"/>
            <a:ext cx="73152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09728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distributed systems and applications generate massive volumes of log data across servers, services, and applications.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these logs manually or using basic tools becomes inefficient as data grows, making it difficult to detect errors, performance bottlenecks, and security anomalies in real time.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lack of scalable, automated log analysis leads to delayed incident response, system downtime, and reduced operational reliability.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241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0241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monitoring system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691640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80136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180136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high-volume log data efficiently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" y="246888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5760" y="2468880"/>
            <a:ext cx="7315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57860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57860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abnormal patterns using statistical methods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65760" y="324612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65760" y="3246120"/>
            <a:ext cx="73152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55848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35584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parallel processing for faster performance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365760" y="4023360"/>
            <a:ext cx="841248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65760" y="4023360"/>
            <a:ext cx="73152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13308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413308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interactive dashboard for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267255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7255"/>
            <a:ext cx="2651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95855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495855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2135935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267255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267255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495855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495855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337560" y="2135935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for large data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72200" y="2135935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783080" y="2922319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783080" y="2922319"/>
            <a:ext cx="2651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150919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560320" y="3150919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920240" y="3790999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892040" y="2922319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92040" y="2922319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150919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69280" y="3150919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029200" y="3790999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35040" y="1267255"/>
            <a:ext cx="26517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0" y="1267255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1495855"/>
            <a:ext cx="502920" cy="502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12280" y="1495855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6172200" y="2135935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845012"/>
            <a:ext cx="1645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45012"/>
            <a:ext cx="164592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73612"/>
            <a:ext cx="731520" cy="73152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6505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19364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9880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Generator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03120" y="2850852"/>
            <a:ext cx="411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50008" y="26679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1845012"/>
            <a:ext cx="1645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06040" y="1845012"/>
            <a:ext cx="1645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63240" y="2073612"/>
            <a:ext cx="731520" cy="73152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68" y="2165052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19364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697480" y="29880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343400" y="2850852"/>
            <a:ext cx="411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90288" y="26679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46320" y="1845012"/>
            <a:ext cx="1645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846320" y="1845012"/>
            <a:ext cx="1645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303520" y="2073612"/>
            <a:ext cx="731520" cy="731520"/>
          </a:xfrm>
          <a:prstGeom prst="ellipse">
            <a:avLst/>
          </a:prstGeom>
          <a:solidFill>
            <a:srgbClr val="EF4444">
              <a:alpha val="85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2165052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37760" y="19364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937760" y="29880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83680" y="2850852"/>
            <a:ext cx="4114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830568" y="26679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086600" y="1845012"/>
            <a:ext cx="16459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086600" y="1845012"/>
            <a:ext cx="1645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543800" y="2073612"/>
            <a:ext cx="731520" cy="73152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2165052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178040" y="19364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7178040" y="2988012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 vs Pandas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 Pandas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a single machine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for large datasets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API, great for small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 only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0"/>
            <a:ext cx="3931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parallel processing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large-scale data efficiently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workers improve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beyond single machine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2194560"/>
            <a:ext cx="822960" cy="8229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22402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 Cluster Setup &amp; Execution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48640" cy="54864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698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607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Dask cluster is used for parallel processing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548640" cy="54864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1984248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9751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log data across multiple workers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65760" y="2834640"/>
            <a:ext cx="548640" cy="54864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898648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8895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processing of large-scale logs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65760" y="3749040"/>
            <a:ext cx="548640" cy="548640"/>
          </a:xfrm>
          <a:prstGeom prst="ellipse">
            <a:avLst/>
          </a:prstGeom>
          <a:solidFill>
            <a:srgbClr val="EC4899">
              <a:alpha val="80000"/>
            </a:srgbClr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813048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80390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execution monitoring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5720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with: dask.distributed.Client() — spawns local cluster with parallel workers</a:t>
            </a: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C510D8B-2613-21D8-CAAE-DFF4C081D5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209" y="960120"/>
            <a:ext cx="4297032" cy="34173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Processing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08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5087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Logs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logs from file or 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1005840"/>
            <a:ext cx="1508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005840"/>
            <a:ext cx="1508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097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5740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23317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raw logs into structured format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49040" y="1005840"/>
            <a:ext cx="1508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005840"/>
            <a:ext cx="15087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097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4904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3317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filter invalid entries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40680" y="1005840"/>
            <a:ext cx="1508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0680" y="1005840"/>
            <a:ext cx="1508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097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4068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23317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data into DataFrame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2860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0" y="1005840"/>
            <a:ext cx="15087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1005840"/>
            <a:ext cx="150876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0972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13232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23760" y="23317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for analysis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logs based on time (per minute)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number of ERROR logs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normal behavior (mean &amp; standard deviation)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Z-Score to detect abnormal spikes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patterns as anomalies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097280"/>
            <a:ext cx="3200400" cy="256032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1097280"/>
            <a:ext cx="32004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Anomaly Detected in System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6459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2026-03-18 17:06:00
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Count: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
</a:t>
            </a: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Z-Score: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
Please investigate immediately.
Regards,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Monitoring System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5544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155448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88720"/>
            <a:ext cx="640080" cy="64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2527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Display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logs in graphical format for easy analysis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103120" y="960120"/>
            <a:ext cx="15544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03120" y="960120"/>
            <a:ext cx="15544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188720"/>
            <a:ext cx="640080" cy="640080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048" y="12527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Type Views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19456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views for ERROR, INFO, and WARN logs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840480" y="960120"/>
            <a:ext cx="15544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0" y="960120"/>
            <a:ext cx="155448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97680" y="1188720"/>
            <a:ext cx="640080" cy="640080"/>
          </a:xfrm>
          <a:prstGeom prst="ellipse">
            <a:avLst/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25272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192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Viz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93192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of live log data streams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577840" y="960120"/>
            <a:ext cx="15544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577840" y="960120"/>
            <a:ext cx="15544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035040" y="1188720"/>
            <a:ext cx="640080" cy="640080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125272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6928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anomaly alerts and current system status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7315200" y="960120"/>
            <a:ext cx="15544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0" y="960120"/>
            <a:ext cx="15544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772400" y="1188720"/>
            <a:ext cx="640080" cy="64008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2128" y="1252728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40664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View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7406640" y="260604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tabular view of most recent log entries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692623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594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to build interactive web apps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4692623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8308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frontend required (no HTML/CSS/JS)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4692623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60320"/>
            <a:ext cx="64008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517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ML apps, dashboards, and prototypes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692623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337560"/>
            <a:ext cx="64008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290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simple scripts (streamlit run app.py)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97764" y="4114800"/>
            <a:ext cx="4660619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14800"/>
            <a:ext cx="64008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206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develop but limited customization</a:t>
            </a:r>
            <a:endParaRPr lang="en-US" sz="13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71C710C-05D7-D7B8-6FD7-09C3A748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975" y="850392"/>
            <a:ext cx="3779755" cy="126803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099BD0B-BD6A-EBC0-3920-F7FADF4FC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2975" y="2118423"/>
            <a:ext cx="3779756" cy="138690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3F52A1B-D779-247D-E1D2-FA53D88156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974" y="3505328"/>
            <a:ext cx="3779757" cy="15011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library for interactive data visualization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graphs like charts, maps, and 3D plots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inside Streamlit, Jupyter, and Dash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customizable and visually appealing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829264-F75B-DE89-0B5F-21FF6FE5C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00846"/>
            <a:ext cx="4409873" cy="28103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371600" y="1371600"/>
            <a:ext cx="6400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automates monitoring of large-scale log data and reduces manual effort. It detects anomalies quickly using statistical methods, enabling faster issue identification. Overall, it improves system performance, reliability, and real-time decision making.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164592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0" y="3657600"/>
            <a:ext cx="1645920" cy="6400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3657600"/>
            <a:ext cx="1645920" cy="640080"/>
          </a:xfrm>
          <a:prstGeom prst="ellipse">
            <a:avLst/>
          </a:prstGeom>
          <a:solidFill>
            <a:srgbClr val="3B82F6">
              <a:alpha val="8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703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Log Analytics Monitoring Engine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547</Words>
  <Application>Microsoft Office PowerPoint</Application>
  <PresentationFormat>On-screen Show (16:9)</PresentationFormat>
  <Paragraphs>128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Britannic Bold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Throughput Log Analytics Monitoring Engine</dc:title>
  <dc:subject>PptxGenJS Presentation</dc:subject>
  <dc:creator>PptxGenJS</dc:creator>
  <cp:lastModifiedBy>ADA POOJITHA</cp:lastModifiedBy>
  <cp:revision>2</cp:revision>
  <dcterms:created xsi:type="dcterms:W3CDTF">2026-04-04T09:15:28Z</dcterms:created>
  <dcterms:modified xsi:type="dcterms:W3CDTF">2026-04-04T10:22:24Z</dcterms:modified>
</cp:coreProperties>
</file>